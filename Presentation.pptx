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142-8681-455C-AF9D-0656C927434E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90433-054F-4480-9EAE-DE29545259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59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42B176-182B-4609-B29C-5FCA7AB3B6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93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09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34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94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62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54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90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99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54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9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84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58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EE14B-6A1A-4A38-9403-FF5C53AEAB70}" type="datetimeFigureOut">
              <a:rPr lang="en-GB" smtClean="0"/>
              <a:t>01/06/2022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217D1-FD6E-4810-97B0-7229970BA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3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 of Docker Container Networking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Muhammad Adnan Shah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327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207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chemeClr val="accent5">
                    <a:lumMod val="75000"/>
                  </a:schemeClr>
                </a:solidFill>
              </a:rPr>
              <a:t> Background: Evolution of Technology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40" y="1434210"/>
            <a:ext cx="10173519" cy="5032375"/>
          </a:xfrm>
        </p:spPr>
      </p:pic>
      <p:sp>
        <p:nvSpPr>
          <p:cNvPr id="5" name="TextBox 4"/>
          <p:cNvSpPr txBox="1"/>
          <p:nvPr/>
        </p:nvSpPr>
        <p:spPr>
          <a:xfrm>
            <a:off x="1009240" y="6565658"/>
            <a:ext cx="10607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https://its.umich.edu/computing/virtualization-cloud/container-service/our-model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990B-C079-4EFD-9106-F1AEAEDB92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8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>
                <a:solidFill>
                  <a:schemeClr val="accent5">
                    <a:lumMod val="75000"/>
                  </a:schemeClr>
                </a:solidFill>
              </a:rPr>
              <a:t>Docker: Introduction and Features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113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dirty="0" smtClean="0"/>
              <a:t>Docker Platform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Docker Engine (Container Runtime)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Docker Hub (Docker Images)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Docker Client (Client Side)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Features 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 smtClean="0"/>
              <a:t>Isolation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Lightweight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Portability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990B-C079-4EFD-9106-F1AEAEDB92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8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>
                <a:solidFill>
                  <a:schemeClr val="accent5">
                    <a:lumMod val="75000"/>
                  </a:schemeClr>
                </a:solidFill>
              </a:rPr>
              <a:t>Virtual Machines  	Vs	 Containers 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879" y="1444548"/>
            <a:ext cx="8932126" cy="4939309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990B-C079-4EFD-9106-F1AEAEDB92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5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>Docker Container Networking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Docker </a:t>
            </a:r>
            <a:r>
              <a:rPr lang="en-US" dirty="0"/>
              <a:t>provides its own networking solutions for </a:t>
            </a:r>
            <a:r>
              <a:rPr lang="en-US" dirty="0" smtClean="0"/>
              <a:t>establishing </a:t>
            </a:r>
            <a:r>
              <a:rPr lang="en-US" dirty="0"/>
              <a:t>and maintaining communications between containers and hosts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Docker </a:t>
            </a:r>
            <a:r>
              <a:rPr lang="en-US" dirty="0"/>
              <a:t>achieves this functionality with its Network Drivers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995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>Scenario 1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2409825"/>
            <a:ext cx="3860800" cy="3394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</a:rPr>
              <a:t>Container-to-Host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1"/>
                </a:solidFill>
              </a:rPr>
              <a:t>(Host Network Driver)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5" name="Content Placeholder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988" y="1889124"/>
            <a:ext cx="6669886" cy="443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0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>Scenario 2</a:t>
            </a:r>
            <a:endParaRPr lang="en-GB" dirty="0"/>
          </a:p>
        </p:txBody>
      </p:sp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20" y="1601787"/>
            <a:ext cx="6157980" cy="4951709"/>
          </a:xfrm>
        </p:spPr>
      </p:pic>
      <p:sp>
        <p:nvSpPr>
          <p:cNvPr id="5" name="Rounded Rectangle 4"/>
          <p:cNvSpPr/>
          <p:nvPr/>
        </p:nvSpPr>
        <p:spPr>
          <a:xfrm>
            <a:off x="907473" y="2632079"/>
            <a:ext cx="4288347" cy="29051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</a:rPr>
              <a:t>Container-to-Container on same Host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</a:rPr>
              <a:t>(Bridge Network Driver)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98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>Other Scenarios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2409825"/>
            <a:ext cx="4178300" cy="29495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</a:rPr>
              <a:t>Container-to-Container on different Host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(Overlay Network)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096000" y="2409824"/>
            <a:ext cx="4178300" cy="29495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1"/>
                </a:solidFill>
              </a:rPr>
              <a:t>Host-to-Host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Macvlan</a:t>
            </a:r>
            <a:r>
              <a:rPr lang="en-US" dirty="0" smtClean="0">
                <a:solidFill>
                  <a:schemeClr val="tx1"/>
                </a:solidFill>
              </a:rPr>
              <a:t> Driver)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53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839" y="189572"/>
            <a:ext cx="10515600" cy="921254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chemeClr val="accent5">
                    <a:lumMod val="75000"/>
                  </a:schemeClr>
                </a:solidFill>
              </a:rPr>
              <a:t>Research Paper: Mitigating Docker Security Issues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347" y="1382750"/>
            <a:ext cx="7482467" cy="5077389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990B-C079-4EFD-9106-F1AEAEDB92D1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459865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>
                <a:solidFill>
                  <a:srgbClr val="222222"/>
                </a:solidFill>
                <a:latin typeface="Arial" panose="020B0604020202020204" pitchFamily="34" charset="0"/>
              </a:rPr>
              <a:t>Yasrab</a:t>
            </a:r>
            <a:r>
              <a:rPr lang="en-US" sz="1100" dirty="0">
                <a:solidFill>
                  <a:srgbClr val="222222"/>
                </a:solidFill>
                <a:latin typeface="Arial" panose="020B0604020202020204" pitchFamily="34" charset="0"/>
              </a:rPr>
              <a:t>, R. (2018). Mitigating docker security issues. </a:t>
            </a:r>
            <a:r>
              <a:rPr lang="en-US" sz="1100" i="1" dirty="0" err="1">
                <a:solidFill>
                  <a:srgbClr val="222222"/>
                </a:solidFill>
                <a:latin typeface="Arial" panose="020B0604020202020204" pitchFamily="34" charset="0"/>
              </a:rPr>
              <a:t>arXiv</a:t>
            </a:r>
            <a:r>
              <a:rPr lang="en-US" sz="1100" i="1" dirty="0">
                <a:solidFill>
                  <a:srgbClr val="222222"/>
                </a:solidFill>
                <a:latin typeface="Arial" panose="020B0604020202020204" pitchFamily="34" charset="0"/>
              </a:rPr>
              <a:t> preprint arXiv:1804.05039</a:t>
            </a:r>
            <a:r>
              <a:rPr lang="en-US" sz="1100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5401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073" y="275915"/>
            <a:ext cx="11050859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Research Paper:	The 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state-of-the-art in container technologies: Application, orchestration and security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73" y="2118731"/>
            <a:ext cx="10749776" cy="251402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990B-C079-4EFD-9106-F1AEAEDB92D1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400" y="6259810"/>
            <a:ext cx="106299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222222"/>
                </a:solidFill>
                <a:latin typeface="Arial" panose="020B0604020202020204" pitchFamily="34" charset="0"/>
              </a:rPr>
              <a:t>Casalicchio</a:t>
            </a:r>
            <a:r>
              <a:rPr lang="en-US" sz="1100" dirty="0">
                <a:solidFill>
                  <a:srgbClr val="222222"/>
                </a:solidFill>
                <a:latin typeface="Arial" panose="020B0604020202020204" pitchFamily="34" charset="0"/>
              </a:rPr>
              <a:t>, E., &amp; </a:t>
            </a:r>
            <a:r>
              <a:rPr lang="en-US" sz="1100" dirty="0" err="1">
                <a:solidFill>
                  <a:srgbClr val="222222"/>
                </a:solidFill>
                <a:latin typeface="Arial" panose="020B0604020202020204" pitchFamily="34" charset="0"/>
              </a:rPr>
              <a:t>Iannucci</a:t>
            </a:r>
            <a:r>
              <a:rPr lang="en-US" sz="1100" dirty="0">
                <a:solidFill>
                  <a:srgbClr val="222222"/>
                </a:solidFill>
                <a:latin typeface="Arial" panose="020B0604020202020204" pitchFamily="34" charset="0"/>
              </a:rPr>
              <a:t>, S. (2020). The state‐of‐the‐art in container technologies: Application, orchestration and security. </a:t>
            </a:r>
            <a:r>
              <a:rPr lang="en-US" sz="1100" i="1" dirty="0">
                <a:solidFill>
                  <a:srgbClr val="222222"/>
                </a:solidFill>
                <a:latin typeface="Arial" panose="020B0604020202020204" pitchFamily="34" charset="0"/>
              </a:rPr>
              <a:t>Concurrency and Computation: Practice and Experience</a:t>
            </a:r>
            <a:r>
              <a:rPr lang="en-US" sz="1100" dirty="0">
                <a:solidFill>
                  <a:srgbClr val="222222"/>
                </a:solidFill>
                <a:latin typeface="Arial" panose="020B0604020202020204" pitchFamily="34" charset="0"/>
              </a:rPr>
              <a:t>, </a:t>
            </a:r>
            <a:r>
              <a:rPr lang="en-US" sz="1100" i="1" dirty="0">
                <a:solidFill>
                  <a:srgbClr val="222222"/>
                </a:solidFill>
                <a:latin typeface="Arial" panose="020B0604020202020204" pitchFamily="34" charset="0"/>
              </a:rPr>
              <a:t>32</a:t>
            </a:r>
            <a:r>
              <a:rPr lang="en-US" sz="1100" dirty="0">
                <a:solidFill>
                  <a:srgbClr val="222222"/>
                </a:solidFill>
                <a:latin typeface="Arial" panose="020B0604020202020204" pitchFamily="34" charset="0"/>
              </a:rPr>
              <a:t>(17), e5668.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3468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298" y="0"/>
            <a:ext cx="11450473" cy="1325563"/>
          </a:xfrm>
        </p:spPr>
        <p:txBody>
          <a:bodyPr>
            <a:normAutofit/>
          </a:bodyPr>
          <a:lstStyle/>
          <a:p>
            <a:r>
              <a:rPr lang="en-GB" sz="3200" dirty="0" smtClean="0">
                <a:solidFill>
                  <a:schemeClr val="accent5">
                    <a:lumMod val="75000"/>
                  </a:schemeClr>
                </a:solidFill>
              </a:rPr>
              <a:t>Research Paper: </a:t>
            </a: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A 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Survey on Docker Container and its Use Cases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723" y="1654708"/>
            <a:ext cx="8596780" cy="3347992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990B-C079-4EFD-9106-F1AEAEDB92D1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6547" y="6408107"/>
            <a:ext cx="1077735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Bellishree</a:t>
            </a:r>
            <a:r>
              <a:rPr lang="en-US" sz="1100" dirty="0"/>
              <a:t>, P and </a:t>
            </a:r>
            <a:r>
              <a:rPr lang="en-US" sz="1100" dirty="0" err="1"/>
              <a:t>Deepamala</a:t>
            </a:r>
            <a:r>
              <a:rPr lang="en-US" sz="1100" dirty="0"/>
              <a:t>, </a:t>
            </a:r>
            <a:r>
              <a:rPr lang="en-US" sz="1100" dirty="0" smtClean="0"/>
              <a:t>N (2020) </a:t>
            </a:r>
            <a:r>
              <a:rPr lang="en-US" sz="1100" dirty="0"/>
              <a:t>A Survey on Docker Container and its Use Cases, </a:t>
            </a:r>
            <a:r>
              <a:rPr lang="en-US" sz="1100" i="1" dirty="0"/>
              <a:t>International Research Journal of Engineering and Technology (IRJET)</a:t>
            </a:r>
          </a:p>
        </p:txBody>
      </p:sp>
    </p:spTree>
    <p:extLst>
      <p:ext uri="{BB962C8B-B14F-4D97-AF65-F5344CB8AC3E}">
        <p14:creationId xmlns:p14="http://schemas.microsoft.com/office/powerpoint/2010/main" val="410246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>
                <a:solidFill>
                  <a:schemeClr val="accent5">
                    <a:lumMod val="75000"/>
                  </a:schemeClr>
                </a:solidFill>
              </a:rPr>
              <a:t>Research Paper: Vulnerability Analysis and Security Research of Docker Containers 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1"/>
          <a:stretch/>
        </p:blipFill>
        <p:spPr>
          <a:xfrm>
            <a:off x="1773044" y="1881372"/>
            <a:ext cx="8073483" cy="4117984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990B-C079-4EFD-9106-F1AEAEDB92D1}" type="slidenum">
              <a:rPr lang="en-US" smtClean="0"/>
              <a:t>12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323468"/>
            <a:ext cx="110109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222222"/>
                </a:solidFill>
                <a:latin typeface="Arial" panose="020B0604020202020204" pitchFamily="34" charset="0"/>
              </a:rPr>
              <a:t>Wenhao</a:t>
            </a:r>
            <a:r>
              <a:rPr lang="en-US" sz="1100" dirty="0">
                <a:solidFill>
                  <a:srgbClr val="222222"/>
                </a:solidFill>
                <a:latin typeface="Arial" panose="020B0604020202020204" pitchFamily="34" charset="0"/>
              </a:rPr>
              <a:t>, J., &amp; Zheng, L. (2020, September). Vulnerability Analysis and Security Research of Docker Container. In </a:t>
            </a:r>
            <a:r>
              <a:rPr lang="en-US" sz="1100" i="1" dirty="0">
                <a:solidFill>
                  <a:srgbClr val="222222"/>
                </a:solidFill>
                <a:latin typeface="Arial" panose="020B0604020202020204" pitchFamily="34" charset="0"/>
              </a:rPr>
              <a:t>2020 IEEE 3rd International Conference on Information Systems and Computer Aided Education (ICISCAE)</a:t>
            </a:r>
            <a:r>
              <a:rPr lang="en-US" sz="1100" dirty="0">
                <a:solidFill>
                  <a:srgbClr val="222222"/>
                </a:solidFill>
                <a:latin typeface="Arial" panose="020B0604020202020204" pitchFamily="34" charset="0"/>
              </a:rPr>
              <a:t> (pp. 354-357). IEEE.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8723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>
                <a:solidFill>
                  <a:schemeClr val="accent5">
                    <a:lumMod val="75000"/>
                  </a:schemeClr>
                </a:solidFill>
              </a:rPr>
              <a:t>Problem Statement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9568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GB" sz="20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000" dirty="0" smtClean="0"/>
              <a:t>Docker containers are widely used to </a:t>
            </a:r>
            <a:r>
              <a:rPr lang="en-US" sz="2000" dirty="0" smtClean="0"/>
              <a:t>facilitate the development, delivery and deployment of the software applications. However networking </a:t>
            </a:r>
            <a:r>
              <a:rPr lang="en-US" sz="2000" dirty="0"/>
              <a:t>flaws inside the </a:t>
            </a:r>
            <a:r>
              <a:rPr lang="en-US" sz="2000" dirty="0" smtClean="0"/>
              <a:t>docker containers and </a:t>
            </a:r>
            <a:r>
              <a:rPr lang="en-US" sz="2000" dirty="0"/>
              <a:t>especially the unfiltered </a:t>
            </a:r>
            <a:r>
              <a:rPr lang="en-US" sz="2000" dirty="0" smtClean="0"/>
              <a:t>traffic </a:t>
            </a:r>
            <a:r>
              <a:rPr lang="en-US" sz="2000" dirty="0"/>
              <a:t>makes the communication insecure and susceptible </a:t>
            </a:r>
            <a:r>
              <a:rPr lang="en-US" sz="2000" dirty="0" smtClean="0"/>
              <a:t>to attacks </a:t>
            </a:r>
            <a:r>
              <a:rPr lang="en-US" sz="2000" dirty="0" smtClean="0"/>
              <a:t>such ARP poisoning, ARP spoofing, </a:t>
            </a:r>
            <a:r>
              <a:rPr lang="en-US" sz="2000" smtClean="0"/>
              <a:t>MAC flooding, </a:t>
            </a:r>
            <a:r>
              <a:rPr lang="en-US" sz="2000" dirty="0" smtClean="0"/>
              <a:t>DHCP starvation, Rogue DHCP attack and DoS attack.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990B-C079-4EFD-9106-F1AEAEDB92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3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60400" y="2943225"/>
            <a:ext cx="10515600" cy="1325563"/>
          </a:xfrm>
        </p:spPr>
        <p:txBody>
          <a:bodyPr/>
          <a:lstStyle/>
          <a:p>
            <a:r>
              <a:rPr lang="en-GB" dirty="0" smtClean="0"/>
              <a:t>				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3843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301</Words>
  <Application>Microsoft Office PowerPoint</Application>
  <PresentationFormat>Widescreen</PresentationFormat>
  <Paragraphs>51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Evaluation of Docker Container Networking</vt:lpstr>
      <vt:lpstr> Background: Evolution of Technology</vt:lpstr>
      <vt:lpstr>Docker: Introduction and Features</vt:lpstr>
      <vt:lpstr>Virtual Machines   Vs  Containers </vt:lpstr>
      <vt:lpstr>Docker Container Networking</vt:lpstr>
      <vt:lpstr>Scenario 1</vt:lpstr>
      <vt:lpstr>Scenario 2</vt:lpstr>
      <vt:lpstr>Other Scenarios</vt:lpstr>
      <vt:lpstr>Research Paper: Mitigating Docker Security Issues</vt:lpstr>
      <vt:lpstr>Research Paper: The state-of-the-art in container technologies: Application, orchestration and security</vt:lpstr>
      <vt:lpstr>Research Paper: A Survey on Docker Container and its Use Cases</vt:lpstr>
      <vt:lpstr>Research Paper: Vulnerability Analysis and Security Research of Docker Containers </vt:lpstr>
      <vt:lpstr>Problem Statement</vt:lpstr>
      <vt:lpstr>   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Docker Container Networking with Docker DHCP</dc:title>
  <dc:creator>Adnan Shah</dc:creator>
  <cp:lastModifiedBy>Adnan Shah</cp:lastModifiedBy>
  <cp:revision>40</cp:revision>
  <dcterms:created xsi:type="dcterms:W3CDTF">2022-05-29T15:00:18Z</dcterms:created>
  <dcterms:modified xsi:type="dcterms:W3CDTF">2022-06-01T08:52:25Z</dcterms:modified>
</cp:coreProperties>
</file>